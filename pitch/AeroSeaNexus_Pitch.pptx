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836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51435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10058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Aero-Sea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347472" y="19202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Nexus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347472" y="29443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first Cloud Brain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global trade.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4736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&amp; Nitish Khanna  ·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1508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07408" y="1755648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$3M–$4M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4572000" y="2907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·  Pitch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8321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is bankrupting</a:t>
            </a:r>
            <a:endParaRPr lang="en-US" sz="4400" dirty="0"/>
          </a:p>
          <a:p>
            <a:pPr marL="0" indent="0">
              <a:buNone/>
            </a:pPr>
            <a:r>
              <a:rPr lang="en-US" sz="4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logistics.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11480" y="1993392"/>
            <a:ext cx="2468880" cy="54864"/>
          </a:xfrm>
          <a:prstGeom prst="rect">
            <a:avLst/>
          </a:prstGeom>
          <a:solidFill>
            <a:srgbClr val="1B5E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215798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$M+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29809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fleet upgrade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32552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years before a single ship improves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993392"/>
            <a:ext cx="2468880" cy="54864"/>
          </a:xfrm>
          <a:prstGeom prst="rect">
            <a:avLst/>
          </a:prstGeom>
          <a:solidFill>
            <a:srgbClr val="1B5E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83280" y="215798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&lt;5%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383280" y="29809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margins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32552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crushes unit economics at scale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1993392"/>
            <a:ext cx="2468880" cy="54864"/>
          </a:xfrm>
          <a:prstGeom prst="rect">
            <a:avLst/>
          </a:prstGeom>
          <a:solidFill>
            <a:srgbClr val="1B5E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55080" y="215798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~0%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355080" y="29809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resilience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32552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positioning easily jammed &amp; spoofed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4864608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Aero-Sea Nexus  ·  Seed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8321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AI brain. Zero hardware.</a:t>
            </a:r>
            <a:endParaRPr lang="en-US" sz="4000" dirty="0"/>
          </a:p>
          <a:p>
            <a:pPr marL="0" indent="0">
              <a:buNone/>
            </a:pPr>
            <a:r>
              <a:rPr lang="en-US" sz="4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scale.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11480" y="2121408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2377440"/>
            <a:ext cx="201168" cy="201168"/>
          </a:xfrm>
          <a:prstGeom prst="ellipse">
            <a:avLst/>
          </a:prstGeom>
          <a:solidFill>
            <a:srgbClr val="1B5E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2258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CapEx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91840" y="230428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software — no retrofits, no hardware, no installation. Deploy globally overnight.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962656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" y="3218688"/>
            <a:ext cx="201168" cy="201168"/>
          </a:xfrm>
          <a:prstGeom prst="ellipse">
            <a:avLst/>
          </a:prstGeom>
          <a:solidFill>
            <a:srgbClr val="1B5E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9808" y="30998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Twin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291840" y="3145536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AI model of every ship and flight, ingesting real-time satellite telemetry from existing APIs.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803904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11480" y="4059936"/>
            <a:ext cx="201168" cy="201168"/>
          </a:xfrm>
          <a:prstGeom prst="ellipse">
            <a:avLst/>
          </a:prstGeom>
          <a:solidFill>
            <a:srgbClr val="1B5E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Autonomy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91840" y="39867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orchestrates fleets, simulates disruptions and negotiates freight contracts in milliseconds.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4645152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1480" y="4864608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Aero-Sea Nexus  ·  Seed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046720" y="4892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8321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systems no competitor</a:t>
            </a:r>
            <a:endParaRPr lang="en-US" sz="4000" dirty="0"/>
          </a:p>
          <a:p>
            <a:pPr marL="0" indent="0">
              <a:buNone/>
            </a:pPr>
            <a:r>
              <a:rPr lang="en-US" sz="4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replicate.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11480" y="1993392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21762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NAV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057400" y="210312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Gravity-Based Positioning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57400" y="250545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GPS is jammed or spoofed, our system uses gravity-field mapping to maintain pinpoint accuracy.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926080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3108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SWARM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57400" y="303580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Million Routes Simulated Simultaneously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57400" y="3438144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AI catches free ocean and air currents automatically — dramatic fuel and time savings on every voyage.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858768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40416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 EYE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57400" y="396849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Satellite LiDAR &amp; Bioluminescence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57400" y="437083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satellite data and ocean bioluminescence bypass turbulence and rough seas before they happen.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4791456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1480" y="4864608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Aero-Sea Nexus  ·  Seed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046720" y="4892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ROI is unmistakable.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11480" y="1481328"/>
            <a:ext cx="2468880" cy="54864"/>
          </a:xfrm>
          <a:prstGeom prst="rect">
            <a:avLst/>
          </a:prstGeom>
          <a:solidFill>
            <a:srgbClr val="1B5E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€250K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saved per voyage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743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ships — plus 12 hrs faster per trip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481328"/>
            <a:ext cx="2468880" cy="54864"/>
          </a:xfrm>
          <a:prstGeom prst="rect">
            <a:avLst/>
          </a:prstGeom>
          <a:solidFill>
            <a:srgbClr val="1B5E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83280" y="1645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€40K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383280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flight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— by autonomously avoiding turbulence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1481328"/>
            <a:ext cx="2468880" cy="54864"/>
          </a:xfrm>
          <a:prstGeom prst="rect">
            <a:avLst/>
          </a:prstGeom>
          <a:solidFill>
            <a:srgbClr val="1B5E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55080" y="1645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355080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logistics cost cut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743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System-wide AI supply chain orchestration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520440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3749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pilots validated across maritime and aviation sectors — all savings calculated on existing fleet infrastructure, zero hardware investment required.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4864608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Aero-Sea Nexus  ·  Seed 2026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046720" y="4892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engines. One platform.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11480" y="1481328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6642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 SAAS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057400" y="159105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Subscription + Outcome-Based Pricing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57400" y="199339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contracts with a recurring base fee plus a success fee on every euro of fuel and time saved. Outcome-based models will power 40% of enterprise SaaS by 2026.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523744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27066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 DAAS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57400" y="263347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Data Sales to Wall Street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57400" y="303580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high-value predictive exhaust data — route intelligence, port congestion, weather arbitrage — directly to hedge funds and institutional traders.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584448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37673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 MICRO-SAAS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57400" y="369417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 / month Consumer Apps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57400" y="409651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turbulence forecasting for anxious flyers. Personal cargo tracking for e-commerce shoppers. Pure-software, near-zero cost to serve.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4645152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1480" y="4864608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Aero-Sea Nexus  ·  Seed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046720" y="4892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trillion-dollar convergence.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11480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3000" y="148132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Logistics + Data-as-a-Service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792224"/>
            <a:ext cx="7863840" cy="457200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086600" y="18196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$199.2B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487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3000" y="248716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Commerce Orchestration by 2030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798064"/>
            <a:ext cx="5669280" cy="457200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92040" y="28254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" y="34930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43000" y="349300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+ Aviation AI Software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803904"/>
            <a:ext cx="2194560" cy="457200"/>
          </a:xfrm>
          <a:prstGeom prst="rect">
            <a:avLst/>
          </a:prstGeom>
          <a:solidFill>
            <a:srgbClr val="D6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417320" y="383133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$14B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11480" y="4736592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1480" y="4864608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Aero-Sea Nexus  ·  Seed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046720" y="4892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unfair advantages.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11480" y="1481328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6642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057400" y="159105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data moat that compounds daily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57400" y="199339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our AI optimizes makes the global model smarter — a self-reinforcing data advantage that hardware startups and generic AI tools can never replicate.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523744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27066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CAPEX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57400" y="263347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software means infinite scale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57400" y="303580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startups need years and millions to upgrade a single fleet. We deploy globally overnight. No installation. No supply chain. No physical risk.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584448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37673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AI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57400" y="369417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competitors simply don't have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57400" y="409651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is trained exclusively on global maritime and aviation logistics. Generic AI tools have no domain depth. We have 10 years of simulated route data on day one.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4645152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1480" y="4864608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Aero-Sea Nexus  ·  Seed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046720" y="4892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8321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architecture &amp;</a:t>
            </a:r>
            <a:endParaRPr lang="en-US" sz="4000" dirty="0"/>
          </a:p>
          <a:p>
            <a:pPr marL="0" indent="0">
              <a:buNone/>
            </a:pPr>
            <a:r>
              <a:rPr lang="en-US" sz="4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trade DNA.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11480" y="2084832"/>
            <a:ext cx="3977640" cy="54864"/>
          </a:xfrm>
          <a:prstGeom prst="rect">
            <a:avLst/>
          </a:prstGeom>
          <a:solidFill>
            <a:srgbClr val="1B5E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33372" y="2267712"/>
            <a:ext cx="1143000" cy="1143000"/>
          </a:xfrm>
          <a:prstGeom prst="ellipse">
            <a:avLst/>
          </a:prstGeom>
          <a:solidFill>
            <a:srgbClr val="EEE8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33372" y="2267712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B5E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354787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Arjun Khanna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400507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 ·  AI Architecture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42702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Visionary expertise in AI architecture and global data monetization.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455371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AI  ·  Led Product  ·  Data Strategy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084832"/>
            <a:ext cx="3977640" cy="54864"/>
          </a:xfrm>
          <a:prstGeom prst="rect">
            <a:avLst/>
          </a:prstGeom>
          <a:solidFill>
            <a:srgbClr val="1B5E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085332" y="2267712"/>
            <a:ext cx="1143000" cy="1143000"/>
          </a:xfrm>
          <a:prstGeom prst="ellipse">
            <a:avLst/>
          </a:prstGeom>
          <a:solidFill>
            <a:srgbClr val="EEE8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85332" y="2267712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B5E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NK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354787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Nitish Khanna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400507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COO  ·  Enterprise 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0" y="42702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operational expertise in scaling enterprise platforms and global trade systems.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455371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Ops  ·  Global Trade  ·  Enterprise Sales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864608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Aero-Sea Nexus  ·  Seed 2026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046720" y="4892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1B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47472" y="384048"/>
            <a:ext cx="8412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0" dirty="0">
                <a:solidFill>
                  <a:srgbClr val="1B5E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$3M–$4M</a:t>
            </a:r>
            <a:endParaRPr lang="en-US" sz="10800" dirty="0"/>
          </a:p>
        </p:txBody>
      </p:sp>
      <p:sp>
        <p:nvSpPr>
          <p:cNvPr id="4" name="Text 2"/>
          <p:cNvSpPr/>
          <p:nvPr/>
        </p:nvSpPr>
        <p:spPr>
          <a:xfrm>
            <a:off x="411480" y="19385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·  YC Post-Money SAFE  ·  [Valuation Cap TBD]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2304288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245059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B5E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298448" y="2505456"/>
            <a:ext cx="18288" cy="502920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444752" y="2450592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&amp; Digital Twin Development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44752" y="2761488"/>
            <a:ext cx="7269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model, route simulation, satellite API integrations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127248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B5E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298448" y="3182112"/>
            <a:ext cx="18288" cy="502920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444752" y="312724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 &amp; Global Partnerships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44752" y="3438144"/>
            <a:ext cx="7269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maritime + aviation enterprise pilots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80390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B5E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298448" y="3858768"/>
            <a:ext cx="18288" cy="502920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444752" y="3803904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&amp; API Telemetry Costs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44752" y="4114800"/>
            <a:ext cx="7269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data feeds, cloud compute, DevOps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572000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462686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milestone:  B2B enterprise pilot launched  ·  B2C apps live  ·  $1M–$2M ARR  ·  Series A ready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864608"/>
            <a:ext cx="8321040" cy="10973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Aero-Sea Nexus  ·  Seed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46720" y="4892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761</Words>
  <Application>Microsoft Office PowerPoint</Application>
  <PresentationFormat>On-screen Show (16:9)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Aero-Sea Nexus — Seed Pitch Deck</dc:title>
  <dc:subject>PptxGenJS Presentation</dc:subject>
  <dc:creator>PptxGenJS</dc:creator>
  <cp:lastModifiedBy>Arjun Khanna</cp:lastModifiedBy>
  <cp:revision>3</cp:revision>
  <dcterms:created xsi:type="dcterms:W3CDTF">2026-03-22T15:26:46Z</dcterms:created>
  <dcterms:modified xsi:type="dcterms:W3CDTF">2026-04-09T09:21:26Z</dcterms:modified>
</cp:coreProperties>
</file>